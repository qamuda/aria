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553267-7837-22E3-F458-7878F08C049D}" v="10" dt="2026-04-15T16:03:49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D604B-5ADE-45DC-9CE2-5498B6DB7B9D}" type="datetimeFigureOut"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AF6797-838A-43E0-BE62-A7F087606E3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57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017520"/>
            <a:ext cx="3200400" cy="3200400"/>
          </a:xfrm>
          <a:prstGeom prst="ellipse">
            <a:avLst/>
          </a:prstGeom>
          <a:solidFill>
            <a:srgbClr val="00BCD4">
              <a:alpha val="10000"/>
            </a:srgbClr>
          </a:solidFill>
          <a:ln w="12700">
            <a:solidFill>
              <a:srgbClr val="00BCD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82296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 ·  CS499 SENIOR SEMINAR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20040" y="804672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ARIA Progress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320040" y="16916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320040" y="2514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ML Pipeline  —  Complete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" y="2971800"/>
            <a:ext cx="201168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3154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err="1">
                <a:solidFill>
                  <a:srgbClr val="B0BEC5"/>
                </a:solidFill>
                <a:latin typeface="Calibri"/>
                <a:ea typeface="Calibri"/>
                <a:cs typeface="Calibri"/>
              </a:rPr>
              <a:t>Qowiyu</a:t>
            </a:r>
            <a:r>
              <a:rPr lang="en-US" sz="1100">
                <a:solidFill>
                  <a:srgbClr val="B0BEC5"/>
                </a:solidFill>
                <a:latin typeface="Calibri"/>
                <a:ea typeface="Calibri"/>
                <a:cs typeface="Calibri"/>
              </a:rPr>
              <a:t> Amuda  ·  April 14, 2026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0040" y="3794760"/>
            <a:ext cx="2560320" cy="438912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3794760"/>
            <a:ext cx="1792224" cy="43891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" y="37947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COMPLETE  —  7 of 10 weeks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ARIA 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PROGRESS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Personal. Private. Proactive.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1481328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81328"/>
            <a:ext cx="27432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66420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048" y="22128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84048" y="2688336"/>
            <a:ext cx="24871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your individual behavioral patterns over time. Not a generic model — yours specifically.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63824" y="1481328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63824" y="1481328"/>
            <a:ext cx="27432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166420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2128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291840" y="2688336"/>
            <a:ext cx="24871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stays on your phone. No cloud, no servers, no data leaving your device.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71616" y="1481328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71616" y="1481328"/>
            <a:ext cx="274320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66420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99632" y="22128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199632" y="2688336"/>
            <a:ext cx="24871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suggestions before you ask. ARIA anticipates what you need based on your routine.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PROGRESS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Python layer is built and verified.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4206240" cy="749808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44752"/>
            <a:ext cx="54864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64592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" y="15179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logger.py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4632" y="1847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logging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2313432"/>
            <a:ext cx="4206240" cy="749808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2313432"/>
            <a:ext cx="54864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51460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" y="23865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simulator.py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4632" y="2715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3182112"/>
            <a:ext cx="4206240" cy="749808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20040" y="3182112"/>
            <a:ext cx="54864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38328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" y="32552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downloader.py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84632" y="3584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20040" y="4050792"/>
            <a:ext cx="4206240" cy="749808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20040" y="4050792"/>
            <a:ext cx="54864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425196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84632" y="41239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cleaner.py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4632" y="4453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754880" y="1444752"/>
            <a:ext cx="4206240" cy="749808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754880" y="1444752"/>
            <a:ext cx="54864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645920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19472" y="15179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model.py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919472" y="1847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training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754880" y="2313432"/>
            <a:ext cx="4206240" cy="749808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754880" y="2313432"/>
            <a:ext cx="54864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514600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919472" y="23865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saver.py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4919472" y="2715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persistence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754880" y="3182112"/>
            <a:ext cx="4206240" cy="749808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4754880" y="3182112"/>
            <a:ext cx="54864" cy="7498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383280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919472" y="32552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predictor.py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4919472" y="3584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4754880" y="4050792"/>
            <a:ext cx="4206240" cy="749808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4754880" y="4050792"/>
            <a:ext cx="54864" cy="74980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4251960"/>
            <a:ext cx="347472" cy="34747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4919472" y="41239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4919472" y="4453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LEARNED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PROGRESS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labels. Pure unsupervised learning.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 CLUSTERS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901952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18653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Focused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1214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Older, low gaming, work-oriented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542032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615184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" y="2578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User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28346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Mid-age, moderate across all categories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255264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328416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" y="3291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Heavy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35478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Younger, high social, low gaming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968496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404164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" y="4005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Entertainment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42611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gaming, entertainment dominant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1463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PATTERN CLUSTERS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1828800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1901952"/>
            <a:ext cx="274320" cy="2743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85232" y="18653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Weekday User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85232" y="21214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17:48  ·  Mon-Tue  ·  HOME+WORK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2542032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92040" y="2615184"/>
            <a:ext cx="274320" cy="2743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85232" y="2578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User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85232" y="28346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11:57  ·  Sat-Sun  ·  HOME primary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3255264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92040" y="3328416"/>
            <a:ext cx="274320" cy="27432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85232" y="3291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Morning User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85232" y="35478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05:39  ·  Mon-Tue  ·  Pre-work HOME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PROGRESS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users. Four different suggestions. One model.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4224528" cy="1508760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44752"/>
            <a:ext cx="4224528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0" y="155448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" y="18470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Heavy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" y="22128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suggests: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2336" y="24505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social media feeds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163824"/>
            <a:ext cx="4224528" cy="1508760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163824"/>
            <a:ext cx="4224528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327355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" y="35661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Focused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2336" y="39319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suggests: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2336" y="41696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task list for tomorrow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36592" y="1444752"/>
            <a:ext cx="4224528" cy="1508760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1444752"/>
            <a:ext cx="4224528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36992" y="155448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18470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Heavy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64608" y="22128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suggests: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608" y="24505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social media feeds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36592" y="3163824"/>
            <a:ext cx="4224528" cy="1508760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36592" y="3163824"/>
            <a:ext cx="4224528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36992" y="327355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64608" y="35661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Focused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64608" y="39319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suggests: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64608" y="41696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task list for tomorrow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 —  UPGRADE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PROGRESS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and planned — not blockers.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1481328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81328"/>
            <a:ext cx="42062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727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609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Inference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029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Hour-based only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359152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368" y="2322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+ motion + calendar signals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6032" y="320040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" y="3200400"/>
            <a:ext cx="42062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32918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22960" y="3328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Learning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749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Full retrain on new data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078224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58368" y="4041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MiniBatchKMeans with partial_fit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718304" y="1481328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18304" y="1481328"/>
            <a:ext cx="42062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46320" y="15727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5285232" y="1609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Learning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46320" y="2029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Not yet implemented</a:t>
            </a:r>
            <a:endParaRPr lang="en-US" sz="10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59152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20640" y="2322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library — event-by-event updates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718304" y="3200400"/>
            <a:ext cx="4206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718304" y="3200400"/>
            <a:ext cx="42062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846320" y="32918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5285232" y="3328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4846320" y="3749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Flat JSON file</a:t>
            </a:r>
            <a:endParaRPr lang="en-US" sz="10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078224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120640" y="4041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with 30-day rolling window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—  WEEKS 7–8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PROGRESS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layer. ARIA moves to the phone.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4206240" cy="1508760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44752"/>
            <a:ext cx="42062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912" y="1609344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048" y="15361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1572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Setup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197510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mobile project, configure Android Studio and iOS emulator environments.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6032" y="3163824"/>
            <a:ext cx="4206240" cy="1508760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3163824"/>
            <a:ext cx="420624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912" y="332841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4048" y="32552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82296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Integration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84048" y="3694176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JSON logging with a local SQLite database. Rolling 30-day event retention.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718304" y="1444752"/>
            <a:ext cx="4206240" cy="1508760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18304" y="1444752"/>
            <a:ext cx="4206240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1609344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15361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5285232" y="1572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Conversion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846320" y="197510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.pkl models to TensorFlow Lite or Core ML for on-device mobile inference.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718304" y="3163824"/>
            <a:ext cx="4206240" cy="1508760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18304" y="3163824"/>
            <a:ext cx="420624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184" y="3328416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846320" y="32552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5285232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 UI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846320" y="3694176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notification layer and user-facing interface to surface ARIA suggestions.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9534" y="-455590"/>
            <a:ext cx="4572000" cy="4572000"/>
          </a:xfrm>
          <a:prstGeom prst="ellipse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37905" y="1191940"/>
            <a:ext cx="3657600" cy="3657600"/>
          </a:xfrm>
          <a:prstGeom prst="ellipse">
            <a:avLst/>
          </a:prstGeom>
          <a:solidFill>
            <a:srgbClr val="00BCD4">
              <a:alpha val="10000"/>
            </a:srgbClr>
          </a:solidFill>
          <a:ln w="12700">
            <a:solidFill>
              <a:srgbClr val="00BCD4">
                <a:alpha val="1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is built.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2423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give it a body.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474720" y="3182112"/>
            <a:ext cx="219456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28800" y="3703320"/>
            <a:ext cx="5486400" cy="256032"/>
          </a:xfrm>
          <a:prstGeom prst="rect">
            <a:avLst/>
          </a:prstGeom>
          <a:solidFill>
            <a:srgbClr val="111F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28800" y="3703320"/>
            <a:ext cx="3840480" cy="25603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  |  70%  —  Week 7 of 10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Qowiyu Amuda  ·  CS499 Senior Seminar  ·  ARIA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 Technical Progress Report</dc:title>
  <dc:subject>PptxGenJS Presentation</dc:subject>
  <dc:creator>PptxGenJS</dc:creator>
  <cp:lastModifiedBy>PptxGenJS</cp:lastModifiedBy>
  <cp:revision>7</cp:revision>
  <dcterms:created xsi:type="dcterms:W3CDTF">2026-04-13T20:52:00Z</dcterms:created>
  <dcterms:modified xsi:type="dcterms:W3CDTF">2026-04-15T16:06:26Z</dcterms:modified>
</cp:coreProperties>
</file>